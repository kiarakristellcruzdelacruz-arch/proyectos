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17" r:id="rId5"/>
    <p:sldId id="315" r:id="rId6"/>
    <p:sldId id="314" r:id="rId7"/>
    <p:sldId id="308" r:id="rId8"/>
    <p:sldId id="316" r:id="rId9"/>
    <p:sldId id="309" r:id="rId1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5D6FE8-D150-4AF0-8E7A-49D0402F9408}" v="17" dt="2026-10-21T18:12:28.570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>
        <p:scale>
          <a:sx n="91" d="100"/>
          <a:sy n="91" d="100"/>
        </p:scale>
        <p:origin x="370" y="5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ara Kristell Cruz De la Cruz" userId="d0f4a320-db6b-48b8-98cc-cf6ea4a49d5b" providerId="ADAL" clId="{3BB5D7EC-F9E8-4B30-B894-BE7760AC3D05}"/>
    <pc:docChg chg="undo custSel addSld delSld modSld sldOrd">
      <pc:chgData name="Kiara Kristell Cruz De la Cruz" userId="d0f4a320-db6b-48b8-98cc-cf6ea4a49d5b" providerId="ADAL" clId="{3BB5D7EC-F9E8-4B30-B894-BE7760AC3D05}" dt="2026-10-21T18:13:23.654" v="1369" actId="1076"/>
      <pc:docMkLst>
        <pc:docMk/>
      </pc:docMkLst>
      <pc:sldChg chg="del">
        <pc:chgData name="Kiara Kristell Cruz De la Cruz" userId="d0f4a320-db6b-48b8-98cc-cf6ea4a49d5b" providerId="ADAL" clId="{3BB5D7EC-F9E8-4B30-B894-BE7760AC3D05}" dt="2026-10-21T18:04:37.578" v="1153" actId="2696"/>
        <pc:sldMkLst>
          <pc:docMk/>
          <pc:sldMk cId="2188828507" sldId="304"/>
        </pc:sldMkLst>
      </pc:sldChg>
      <pc:sldChg chg="addSp delSp modSp mod modClrScheme chgLayout">
        <pc:chgData name="Kiara Kristell Cruz De la Cruz" userId="d0f4a320-db6b-48b8-98cc-cf6ea4a49d5b" providerId="ADAL" clId="{3BB5D7EC-F9E8-4B30-B894-BE7760AC3D05}" dt="2026-10-21T17:25:05.490" v="17" actId="1076"/>
        <pc:sldMkLst>
          <pc:docMk/>
          <pc:sldMk cId="2222324472" sldId="308"/>
        </pc:sldMkLst>
        <pc:spChg chg="mod">
          <ac:chgData name="Kiara Kristell Cruz De la Cruz" userId="d0f4a320-db6b-48b8-98cc-cf6ea4a49d5b" providerId="ADAL" clId="{3BB5D7EC-F9E8-4B30-B894-BE7760AC3D05}" dt="2026-10-21T17:25:05.490" v="17" actId="1076"/>
          <ac:spMkLst>
            <pc:docMk/>
            <pc:sldMk cId="2222324472" sldId="308"/>
            <ac:spMk id="2" creationId="{2403EE45-3924-5A20-4FDE-7EA6BBEBD06F}"/>
          </ac:spMkLst>
        </pc:spChg>
        <pc:spChg chg="add del mod">
          <ac:chgData name="Kiara Kristell Cruz De la Cruz" userId="d0f4a320-db6b-48b8-98cc-cf6ea4a49d5b" providerId="ADAL" clId="{3BB5D7EC-F9E8-4B30-B894-BE7760AC3D05}" dt="2026-10-21T17:22:58.148" v="5" actId="26606"/>
          <ac:spMkLst>
            <pc:docMk/>
            <pc:sldMk cId="2222324472" sldId="308"/>
            <ac:spMk id="4" creationId="{534C0B2D-3278-9668-337A-25308338339C}"/>
          </ac:spMkLst>
        </pc:spChg>
        <pc:spChg chg="add del mod">
          <ac:chgData name="Kiara Kristell Cruz De la Cruz" userId="d0f4a320-db6b-48b8-98cc-cf6ea4a49d5b" providerId="ADAL" clId="{3BB5D7EC-F9E8-4B30-B894-BE7760AC3D05}" dt="2026-10-21T17:23:18.217" v="10" actId="21"/>
          <ac:spMkLst>
            <pc:docMk/>
            <pc:sldMk cId="2222324472" sldId="308"/>
            <ac:spMk id="12" creationId="{EAC8800B-EE5B-7753-4D04-4C456F626A25}"/>
          </ac:spMkLst>
        </pc:spChg>
        <pc:spChg chg="add mod">
          <ac:chgData name="Kiara Kristell Cruz De la Cruz" userId="d0f4a320-db6b-48b8-98cc-cf6ea4a49d5b" providerId="ADAL" clId="{3BB5D7EC-F9E8-4B30-B894-BE7760AC3D05}" dt="2026-10-21T17:22:58.148" v="5" actId="26606"/>
          <ac:spMkLst>
            <pc:docMk/>
            <pc:sldMk cId="2222324472" sldId="308"/>
            <ac:spMk id="14" creationId="{9119A094-7D87-B476-1F5A-198AE39A0DED}"/>
          </ac:spMkLst>
        </pc:spChg>
        <pc:picChg chg="add del mod">
          <ac:chgData name="Kiara Kristell Cruz De la Cruz" userId="d0f4a320-db6b-48b8-98cc-cf6ea4a49d5b" providerId="ADAL" clId="{3BB5D7EC-F9E8-4B30-B894-BE7760AC3D05}" dt="2026-10-21T17:20:24.736" v="2" actId="22"/>
          <ac:picMkLst>
            <pc:docMk/>
            <pc:sldMk cId="2222324472" sldId="308"/>
            <ac:picMk id="6" creationId="{01AE9EFD-1172-BFE6-6F89-B0A33DA6E0C6}"/>
          </ac:picMkLst>
        </pc:picChg>
        <pc:picChg chg="add mod">
          <ac:chgData name="Kiara Kristell Cruz De la Cruz" userId="d0f4a320-db6b-48b8-98cc-cf6ea4a49d5b" providerId="ADAL" clId="{3BB5D7EC-F9E8-4B30-B894-BE7760AC3D05}" dt="2026-10-21T17:23:22.235" v="11" actId="1076"/>
          <ac:picMkLst>
            <pc:docMk/>
            <pc:sldMk cId="2222324472" sldId="308"/>
            <ac:picMk id="7" creationId="{601A0FA9-2BF6-F0B6-1CFD-4F50DF504360}"/>
          </ac:picMkLst>
        </pc:picChg>
        <pc:picChg chg="del">
          <ac:chgData name="Kiara Kristell Cruz De la Cruz" userId="d0f4a320-db6b-48b8-98cc-cf6ea4a49d5b" providerId="ADAL" clId="{3BB5D7EC-F9E8-4B30-B894-BE7760AC3D05}" dt="2026-10-21T17:20:15.963" v="0" actId="478"/>
          <ac:picMkLst>
            <pc:docMk/>
            <pc:sldMk cId="2222324472" sldId="308"/>
            <ac:picMk id="8" creationId="{FFD2BD9F-962D-9BA5-14BE-C9CD52FEF9C7}"/>
          </ac:picMkLst>
        </pc:picChg>
        <pc:picChg chg="add mod">
          <ac:chgData name="Kiara Kristell Cruz De la Cruz" userId="d0f4a320-db6b-48b8-98cc-cf6ea4a49d5b" providerId="ADAL" clId="{3BB5D7EC-F9E8-4B30-B894-BE7760AC3D05}" dt="2026-10-21T17:24:58.136" v="15" actId="1076"/>
          <ac:picMkLst>
            <pc:docMk/>
            <pc:sldMk cId="2222324472" sldId="308"/>
            <ac:picMk id="9" creationId="{84FF615E-E7E4-E83D-4D26-AC4C66E3AD7B}"/>
          </ac:picMkLst>
        </pc:picChg>
      </pc:sldChg>
      <pc:sldChg chg="addSp delSp modSp mod ord modClrScheme chgLayout">
        <pc:chgData name="Kiara Kristell Cruz De la Cruz" userId="d0f4a320-db6b-48b8-98cc-cf6ea4a49d5b" providerId="ADAL" clId="{3BB5D7EC-F9E8-4B30-B894-BE7760AC3D05}" dt="2026-10-21T18:13:23.654" v="1369" actId="1076"/>
        <pc:sldMkLst>
          <pc:docMk/>
          <pc:sldMk cId="1966913227" sldId="309"/>
        </pc:sldMkLst>
        <pc:spChg chg="add mod">
          <ac:chgData name="Kiara Kristell Cruz De la Cruz" userId="d0f4a320-db6b-48b8-98cc-cf6ea4a49d5b" providerId="ADAL" clId="{3BB5D7EC-F9E8-4B30-B894-BE7760AC3D05}" dt="2026-10-21T18:12:02.601" v="1350" actId="2711"/>
          <ac:spMkLst>
            <pc:docMk/>
            <pc:sldMk cId="1966913227" sldId="309"/>
            <ac:spMk id="2" creationId="{70359CE2-9DF4-A67B-1E58-54C07CF60B03}"/>
          </ac:spMkLst>
        </pc:spChg>
        <pc:spChg chg="mod modVis">
          <ac:chgData name="Kiara Kristell Cruz De la Cruz" userId="d0f4a320-db6b-48b8-98cc-cf6ea4a49d5b" providerId="ADAL" clId="{3BB5D7EC-F9E8-4B30-B894-BE7760AC3D05}" dt="2026-10-21T18:06:13.470" v="1154" actId="26606"/>
          <ac:spMkLst>
            <pc:docMk/>
            <pc:sldMk cId="1966913227" sldId="309"/>
            <ac:spMk id="3" creationId="{50CD348E-9357-0442-4555-AF6B4AFE34B6}"/>
          </ac:spMkLst>
        </pc:spChg>
        <pc:spChg chg="add del mod">
          <ac:chgData name="Kiara Kristell Cruz De la Cruz" userId="d0f4a320-db6b-48b8-98cc-cf6ea4a49d5b" providerId="ADAL" clId="{3BB5D7EC-F9E8-4B30-B894-BE7760AC3D05}" dt="2026-10-21T18:07:06.673" v="1204"/>
          <ac:spMkLst>
            <pc:docMk/>
            <pc:sldMk cId="1966913227" sldId="309"/>
            <ac:spMk id="4" creationId="{4D134336-354A-538D-4AC9-F5B66A3C4409}"/>
          </ac:spMkLst>
        </pc:spChg>
        <pc:spChg chg="add del mod">
          <ac:chgData name="Kiara Kristell Cruz De la Cruz" userId="d0f4a320-db6b-48b8-98cc-cf6ea4a49d5b" providerId="ADAL" clId="{3BB5D7EC-F9E8-4B30-B894-BE7760AC3D05}" dt="2026-10-21T18:13:23.654" v="1369" actId="1076"/>
          <ac:spMkLst>
            <pc:docMk/>
            <pc:sldMk cId="1966913227" sldId="309"/>
            <ac:spMk id="5" creationId="{478CA1C1-668F-096B-040D-DD1448403B67}"/>
          </ac:spMkLst>
        </pc:spChg>
        <pc:spChg chg="add mod">
          <ac:chgData name="Kiara Kristell Cruz De la Cruz" userId="d0f4a320-db6b-48b8-98cc-cf6ea4a49d5b" providerId="ADAL" clId="{3BB5D7EC-F9E8-4B30-B894-BE7760AC3D05}" dt="2026-10-21T18:13:14.446" v="1368" actId="1076"/>
          <ac:spMkLst>
            <pc:docMk/>
            <pc:sldMk cId="1966913227" sldId="309"/>
            <ac:spMk id="7" creationId="{CE571513-87F2-188B-1C51-F5D95C61455F}"/>
          </ac:spMkLst>
        </pc:spChg>
        <pc:spChg chg="mod">
          <ac:chgData name="Kiara Kristell Cruz De la Cruz" userId="d0f4a320-db6b-48b8-98cc-cf6ea4a49d5b" providerId="ADAL" clId="{3BB5D7EC-F9E8-4B30-B894-BE7760AC3D05}" dt="2026-10-21T18:13:09.329" v="1367" actId="1076"/>
          <ac:spMkLst>
            <pc:docMk/>
            <pc:sldMk cId="1966913227" sldId="309"/>
            <ac:spMk id="8" creationId="{BCFDA37B-399A-B9F0-7A7D-2A891EB7FFA6}"/>
          </ac:spMkLst>
        </pc:spChg>
        <pc:spChg chg="mod">
          <ac:chgData name="Kiara Kristell Cruz De la Cruz" userId="d0f4a320-db6b-48b8-98cc-cf6ea4a49d5b" providerId="ADAL" clId="{3BB5D7EC-F9E8-4B30-B894-BE7760AC3D05}" dt="2026-10-21T18:08:20.432" v="1209" actId="1076"/>
          <ac:spMkLst>
            <pc:docMk/>
            <pc:sldMk cId="1966913227" sldId="309"/>
            <ac:spMk id="19" creationId="{A7BE12AD-D808-BDE0-3EB8-5BC50B1D8474}"/>
          </ac:spMkLst>
        </pc:spChg>
      </pc:sldChg>
      <pc:sldChg chg="addSp delSp modSp mod ord">
        <pc:chgData name="Kiara Kristell Cruz De la Cruz" userId="d0f4a320-db6b-48b8-98cc-cf6ea4a49d5b" providerId="ADAL" clId="{3BB5D7EC-F9E8-4B30-B894-BE7760AC3D05}" dt="2026-10-21T18:04:11.499" v="1148" actId="14100"/>
        <pc:sldMkLst>
          <pc:docMk/>
          <pc:sldMk cId="537809529" sldId="316"/>
        </pc:sldMkLst>
        <pc:spChg chg="del">
          <ac:chgData name="Kiara Kristell Cruz De la Cruz" userId="d0f4a320-db6b-48b8-98cc-cf6ea4a49d5b" providerId="ADAL" clId="{3BB5D7EC-F9E8-4B30-B894-BE7760AC3D05}" dt="2026-10-21T17:26:07.874" v="20" actId="21"/>
          <ac:spMkLst>
            <pc:docMk/>
            <pc:sldMk cId="537809529" sldId="316"/>
            <ac:spMk id="3" creationId="{CF3ADB94-FC21-07C5-1FC9-E729C5DEDFC6}"/>
          </ac:spMkLst>
        </pc:spChg>
        <pc:spChg chg="add del mod">
          <ac:chgData name="Kiara Kristell Cruz De la Cruz" userId="d0f4a320-db6b-48b8-98cc-cf6ea4a49d5b" providerId="ADAL" clId="{3BB5D7EC-F9E8-4B30-B894-BE7760AC3D05}" dt="2026-10-21T17:26:11.953" v="21" actId="21"/>
          <ac:spMkLst>
            <pc:docMk/>
            <pc:sldMk cId="537809529" sldId="316"/>
            <ac:spMk id="4" creationId="{F33204FE-0B17-435D-DD54-D07CE30D0D79}"/>
          </ac:spMkLst>
        </pc:spChg>
        <pc:spChg chg="add del mod">
          <ac:chgData name="Kiara Kristell Cruz De la Cruz" userId="d0f4a320-db6b-48b8-98cc-cf6ea4a49d5b" providerId="ADAL" clId="{3BB5D7EC-F9E8-4B30-B894-BE7760AC3D05}" dt="2026-10-21T17:26:46.451" v="25" actId="21"/>
          <ac:spMkLst>
            <pc:docMk/>
            <pc:sldMk cId="537809529" sldId="316"/>
            <ac:spMk id="8" creationId="{82B23EA3-AB2D-AFC3-7CFE-34FA4C0CB78D}"/>
          </ac:spMkLst>
        </pc:spChg>
        <pc:spChg chg="del mod">
          <ac:chgData name="Kiara Kristell Cruz De la Cruz" userId="d0f4a320-db6b-48b8-98cc-cf6ea4a49d5b" providerId="ADAL" clId="{3BB5D7EC-F9E8-4B30-B894-BE7760AC3D05}" dt="2026-10-21T17:26:40.933" v="24" actId="21"/>
          <ac:spMkLst>
            <pc:docMk/>
            <pc:sldMk cId="537809529" sldId="316"/>
            <ac:spMk id="17" creationId="{96E3FD31-D19A-BFEB-821F-C00103830DC9}"/>
          </ac:spMkLst>
        </pc:spChg>
        <pc:graphicFrameChg chg="mod modGraphic">
          <ac:chgData name="Kiara Kristell Cruz De la Cruz" userId="d0f4a320-db6b-48b8-98cc-cf6ea4a49d5b" providerId="ADAL" clId="{3BB5D7EC-F9E8-4B30-B894-BE7760AC3D05}" dt="2026-10-21T18:04:11.499" v="1148" actId="14100"/>
          <ac:graphicFrameMkLst>
            <pc:docMk/>
            <pc:sldMk cId="537809529" sldId="316"/>
            <ac:graphicFrameMk id="6" creationId="{D3F53A55-1F2B-EB7F-3E43-C43170D77989}"/>
          </ac:graphicFrameMkLst>
        </pc:graphicFrameChg>
      </pc:sldChg>
      <pc:sldChg chg="add del">
        <pc:chgData name="Kiara Kristell Cruz De la Cruz" userId="d0f4a320-db6b-48b8-98cc-cf6ea4a49d5b" providerId="ADAL" clId="{3BB5D7EC-F9E8-4B30-B894-BE7760AC3D05}" dt="2026-10-21T18:04:34.162" v="1152" actId="2696"/>
        <pc:sldMkLst>
          <pc:docMk/>
          <pc:sldMk cId="955274789" sldId="3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970A34E-C9A1-4D6D-B964-CB39DA57C2B9}" type="datetime1">
              <a:rPr lang="es-ES" smtClean="0"/>
              <a:t>21/10/2026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49E357A0-8177-46BC-BFCE-19D99E3453C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32A8C509-4362-4F8A-B958-A6C4E6AF78CB}" type="datetime1">
              <a:rPr lang="es-ES" noProof="0" smtClean="0"/>
              <a:t>21/10/2026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7C366290-4595-5745-A50F-D5EC13BAC60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57410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7C366290-4595-5745-A50F-D5EC13BAC604}" type="slidenum">
              <a:rPr lang="es-ES" noProof="0" smtClean="0"/>
              <a:t>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rtlCol="0" anchor="ctr"/>
          <a:lstStyle>
            <a:lvl1pPr algn="ctr"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bre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rtlCol="0" anchor="ctr" anchorCtr="0"/>
          <a:lstStyle>
            <a:lvl1pPr algn="l">
              <a:defRPr lang="es-ES" sz="32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 rtlCol="0"/>
          <a:lstStyle>
            <a:lvl1pPr marL="0" indent="0" algn="r">
              <a:buNone/>
              <a:defRPr lang="es-ES" sz="2400" cap="all" baseline="0"/>
            </a:lvl1pPr>
            <a:lvl2pPr marL="457200" indent="0" algn="r">
              <a:buNone/>
              <a:defRPr lang="es-ES" sz="1800">
                <a:latin typeface="+mj-lt"/>
              </a:defRPr>
            </a:lvl2pPr>
            <a:lvl3pPr marL="914400" indent="0" algn="r">
              <a:buNone/>
              <a:defRPr lang="es-ES"/>
            </a:lvl3pPr>
            <a:lvl4pPr marL="1371600" indent="0" algn="r">
              <a:buNone/>
              <a:defRPr lang="es-ES"/>
            </a:lvl4pPr>
            <a:lvl5pPr marL="1828800" indent="0" algn="r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n con ley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>
              <a:lnSpc>
                <a:spcPct val="75000"/>
              </a:lnSpc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rtlCol="0" anchor="t">
            <a:noAutofit/>
          </a:bodyPr>
          <a:lstStyle>
            <a:lvl1pPr marL="0" indent="0" algn="r">
              <a:buNone/>
              <a:defRPr lang="es-ES" sz="1800"/>
            </a:lvl1pPr>
            <a:lvl2pPr marL="457200" indent="0">
              <a:buNone/>
              <a:defRPr lang="es-ES" sz="2800"/>
            </a:lvl2pPr>
            <a:lvl3pPr marL="914400" indent="0">
              <a:buNone/>
              <a:defRPr lang="es-ES" sz="2400"/>
            </a:lvl3pPr>
            <a:lvl4pPr marL="1371600" indent="0">
              <a:buNone/>
              <a:defRPr lang="es-ES" sz="2000"/>
            </a:lvl4pPr>
            <a:lvl5pPr marL="1828800" indent="0">
              <a:buNone/>
              <a:defRPr lang="es-ES" sz="2000"/>
            </a:lvl5pPr>
            <a:lvl6pPr marL="2286000" indent="0">
              <a:buNone/>
              <a:defRPr lang="es-ES" sz="2000"/>
            </a:lvl6pPr>
            <a:lvl7pPr marL="2743200" indent="0">
              <a:buNone/>
              <a:defRPr lang="es-ES" sz="2000"/>
            </a:lvl7pPr>
            <a:lvl8pPr marL="3200400" indent="0">
              <a:buNone/>
              <a:defRPr lang="es-ES" sz="2000"/>
            </a:lvl8pPr>
            <a:lvl9pPr marL="3657600" indent="0">
              <a:buNone/>
              <a:defRPr lang="es-ES" sz="2000"/>
            </a:lvl9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cabezado de secció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bre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8" name="Forma libre: Forma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rtlCol="0" anchor="b"/>
          <a:lstStyle>
            <a:lvl1pPr>
              <a:lnSpc>
                <a:spcPct val="75000"/>
              </a:lnSpc>
              <a:defRPr lang="es-ES" sz="48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 rtlCol="0">
            <a:noAutofit/>
          </a:bodyPr>
          <a:lstStyle>
            <a:lvl1pPr marL="0" indent="0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 rtlCol="0">
            <a:noAutofit/>
          </a:bodyPr>
          <a:lstStyle>
            <a:lvl1pPr marL="0" indent="0">
              <a:buFont typeface="Courier New" panose="02070309020205020404" pitchFamily="49" charset="0"/>
              <a:buNone/>
              <a:defRPr lang="es-ES" sz="2400" b="0" cap="all" baseline="0"/>
            </a:lvl1pPr>
            <a:lvl2pPr>
              <a:defRPr lang="es-ES" sz="2400"/>
            </a:lvl2pPr>
            <a:lvl3pPr>
              <a:defRPr lang="es-ES" sz="2400"/>
            </a:lvl3pPr>
            <a:lvl4pPr>
              <a:defRPr lang="es-ES" sz="2400"/>
            </a:lvl4pPr>
            <a:lvl5pPr>
              <a:defRPr lang="es-ES" sz="2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ítulo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 rtlCol="0">
            <a:normAutofit/>
          </a:bodyPr>
          <a:lstStyle>
            <a:lvl1pPr>
              <a:defRPr lang="es-ES" sz="2000"/>
            </a:lvl1pPr>
            <a:lvl2pPr>
              <a:defRPr lang="es-ES" sz="1800"/>
            </a:lvl2pPr>
            <a:lvl3pPr>
              <a:defRPr lang="es-ES" sz="1600"/>
            </a:lvl3pPr>
            <a:lvl4pPr>
              <a:defRPr lang="es-ES" sz="1400"/>
            </a:lvl4pPr>
            <a:lvl5pPr>
              <a:defRPr lang="es-ES" sz="14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rma libre: Forma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rtlCol="0" anchor="b" anchorCtr="0"/>
          <a:lstStyle>
            <a:lvl1pPr algn="ctr">
              <a:defRPr lang="es-ES" sz="4800" cap="none" baseline="0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2" name="Marcador de texto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2400" cap="all" baseline="0"/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" name="Marcador de contenido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 rtlCol="0">
            <a:normAutofit/>
          </a:bodyPr>
          <a:lstStyle>
            <a:lvl1pPr marL="228600" indent="-228600">
              <a:buFont typeface="+mj-lt"/>
              <a:buAutoNum type="arabicPeriod"/>
              <a:defRPr lang="es-ES"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lang="es-ES"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lang="es-ES"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lang="es-ES"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ido e imagen del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endParaRPr lang="es-ES" dirty="0"/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y dos contenidos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a libre: Forma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6" name="Forma libre: Forma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ítulo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endParaRPr lang="es-ES" dirty="0"/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contenido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es-ES"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es-ES"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Marcador de contenido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es-ES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5" name="Título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posición de tabla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er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 algn="l"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rtlCol="0"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lang="es-ES"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lang="es-ES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400">
                <a:solidFill>
                  <a:schemeClr val="tx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400">
                <a:solidFill>
                  <a:schemeClr val="tx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es-ES" smtClean="0"/>
              <a:pPr rtl="0"/>
              <a:t>‹Nº›</a:t>
            </a:fld>
            <a:endParaRPr lang="es-ES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466" y="870212"/>
            <a:ext cx="5449824" cy="886968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ES" dirty="0"/>
              <a:t>IDES ONLINE </a:t>
            </a:r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BEFD8639-E418-EDBA-E3BD-A5B56AD9F2E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9588" b="9588"/>
          <a:stretch>
            <a:fillRect/>
          </a:stretch>
        </p:blipFill>
        <p:spPr>
          <a:xfrm>
            <a:off x="227013" y="2324100"/>
            <a:ext cx="4619625" cy="333375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rgbClr val="E5DACF"/>
          </a:solidFill>
        </p:spPr>
      </p:pic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C8362DC1-086E-EF56-D1B8-6732A4CF7EA1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4"/>
          <a:stretch>
            <a:fillRect/>
          </a:stretch>
        </p:blipFill>
        <p:spPr>
          <a:xfrm>
            <a:off x="6096000" y="3223458"/>
            <a:ext cx="5449887" cy="28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Marcador de contenido 4">
            <a:extLst>
              <a:ext uri="{FF2B5EF4-FFF2-40B4-BE49-F238E27FC236}">
                <a16:creationId xmlns:a16="http://schemas.microsoft.com/office/drawing/2014/main" id="{5B6855E3-2188-20C8-4DD6-E45BC792C98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894053690"/>
              </p:ext>
            </p:extLst>
          </p:nvPr>
        </p:nvGraphicFramePr>
        <p:xfrm>
          <a:off x="754282" y="787065"/>
          <a:ext cx="10599517" cy="502468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582476">
                  <a:extLst>
                    <a:ext uri="{9D8B030D-6E8A-4147-A177-3AD203B41FA5}">
                      <a16:colId xmlns:a16="http://schemas.microsoft.com/office/drawing/2014/main" val="1936532693"/>
                    </a:ext>
                  </a:extLst>
                </a:gridCol>
                <a:gridCol w="4079026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3938015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</a:tblGrid>
              <a:tr h="650423">
                <a:tc>
                  <a:txBody>
                    <a:bodyPr/>
                    <a:lstStyle/>
                    <a:p>
                      <a:pPr algn="ctr" rtl="0"/>
                      <a:r>
                        <a:rPr lang="es-ES" sz="2400" b="1" noProof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Ides Online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2400" b="1" noProof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Ventajas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2400" b="1" noProof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Desventajas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471523">
                <a:tc>
                  <a:txBody>
                    <a:bodyPr/>
                    <a:lstStyle/>
                    <a:p>
                      <a:pPr rtl="0"/>
                      <a:r>
                        <a:rPr lang="es-ES" sz="1200" b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GitHub </a:t>
                      </a:r>
                      <a:r>
                        <a:rPr lang="es-ES" sz="1200" b="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Codespaces</a:t>
                      </a:r>
                      <a:endParaRPr lang="es-ES" sz="1200" b="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Funciona desde cualquier navegador.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Soporta muchos lenguajes de programación.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Permite trabajar en equipo en tiempo real.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requiere instalación.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Dependencia de Internet.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Algunas funciones son de pago.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Puede ser más lento que un IDE instalado.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417094">
                <a:tc>
                  <a:txBody>
                    <a:bodyPr/>
                    <a:lstStyle/>
                    <a:p>
                      <a:pPr rtl="0"/>
                      <a:r>
                        <a:rPr lang="es-ES" sz="1200" b="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Replit</a:t>
                      </a:r>
                      <a:endParaRPr lang="es-ES" sz="1200" b="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Integración directa con GitHub.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Basado en Visual Studio Code.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Entorno listo para programar rápidamente.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Tiene límites de uso gratuitos.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Requiere una cuenta de GitHub.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Consume recursos en la nube según el plan contratado.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pPr rtl="0"/>
                      <a:r>
                        <a:rPr lang="es-ES" sz="1200" b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 Sandbox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Muy útil para desarrollo web.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Fácil de compartir proyectos.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Permite ver resultados al instante.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 más orientado a JavaScript y </a:t>
                      </a:r>
                      <a:r>
                        <a:rPr lang="es-ES" sz="12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frameworks</a:t>
                      </a: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web.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Menos adecuado para proyectos grandes.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pPr rtl="0"/>
                      <a:r>
                        <a:rPr lang="es-ES" sz="1200" b="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Gitpod</a:t>
                      </a:r>
                      <a:endParaRPr lang="es-ES" sz="1200" b="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Configura automáticamente el entorno de trabajo.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Integración con GitHub, </a:t>
                      </a:r>
                      <a:r>
                        <a:rPr lang="es-ES" sz="12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GitLab</a:t>
                      </a: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 </a:t>
                      </a:r>
                      <a:r>
                        <a:rPr lang="es-ES" sz="12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Bitbucket</a:t>
                      </a: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Ahorra tiempo en configuraciones.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Algunas funciones son de pago.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Requiere conexión permanente a Internet.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194648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pPr rtl="0"/>
                      <a:r>
                        <a:rPr lang="es-ES" sz="1200" b="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 Cloud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Integrado con los servicios de Amazon AWS.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Permite programar y ejecutar aplicaciones desde el navegador.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Incluye terminal Linux.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Puede resultar complejo para principiantes.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Algunos servicios generan costes económicos.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58FB4751-880F-D840-AAA9-3A15815CC996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043" y="320682"/>
            <a:ext cx="6498015" cy="641684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Funcionan los IDE en la nube.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767" y="1441542"/>
            <a:ext cx="10680033" cy="4227738"/>
          </a:xfrm>
        </p:spPr>
        <p:txBody>
          <a:bodyPr rtlCol="0">
            <a:normAutofit fontScale="92500" lnSpcReduction="10000"/>
          </a:bodyPr>
          <a:lstStyle>
            <a:defPPr>
              <a:defRPr lang="es-ES"/>
            </a:defPPr>
          </a:lstStyle>
          <a:p>
            <a:pPr fontAlgn="t">
              <a:buNone/>
            </a:pP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Los </a:t>
            </a:r>
            <a:r>
              <a:rPr lang="es-ES" b="1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ides en la nube: </a:t>
            </a: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son entornos de desarrollo que funcionan a través de internet y se utilizan desde un navegador web.</a:t>
            </a:r>
          </a:p>
          <a:p>
            <a:pPr fontAlgn="t">
              <a:buNone/>
            </a:pPr>
            <a:r>
              <a:rPr lang="es-ES" b="1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Funcionamiento: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El usuario accede al ide mediante una página web.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Escribe y edita el código desde el navegador.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El código se guarda en servidores remotos (la nube).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Cuando se ejecuta el programa, los servidores procesan el código.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El resultado se muestra al usuario en su navegador.</a:t>
            </a:r>
          </a:p>
          <a:p>
            <a:pPr fontAlgn="t">
              <a:buNone/>
            </a:pPr>
            <a:r>
              <a:rPr lang="es-ES" b="1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Ejemplo:</a:t>
            </a: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</a:p>
          <a:p>
            <a:pPr fontAlgn="t">
              <a:buNone/>
            </a:pP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En lugar de instalar </a:t>
            </a:r>
            <a:r>
              <a:rPr lang="es-ES" cap="none" dirty="0" err="1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intellij</a:t>
            </a: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idea o visual </a:t>
            </a:r>
            <a:r>
              <a:rPr lang="es-ES" cap="none" dirty="0" err="1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studio</a:t>
            </a: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s-ES" cap="none" dirty="0" err="1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code</a:t>
            </a: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en tu ordenador, puedes abrir </a:t>
            </a:r>
            <a:r>
              <a:rPr lang="es-ES" cap="none" dirty="0" err="1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replit</a:t>
            </a: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o </a:t>
            </a:r>
            <a:r>
              <a:rPr lang="es-ES" cap="none" dirty="0" err="1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github</a:t>
            </a: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s-ES" cap="none" dirty="0" err="1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codespaces</a:t>
            </a:r>
            <a:r>
              <a:rPr lang="es-ES" cap="none" dirty="0">
                <a:latin typeface="Agency FB" panose="020B0503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y programar directamente desde internet.</a:t>
            </a:r>
          </a:p>
          <a:p>
            <a:pPr fontAlgn="t">
              <a:buNone/>
            </a:pPr>
            <a:r>
              <a:rPr lang="es-ES" cap="none" dirty="0">
                <a:latin typeface="Agency FB" panose="020B0503020202020204" pitchFamily="34" charset="0"/>
              </a:rPr>
              <a:t>Los ides en la nube permiten programar desde cualquier dispositivo con internet, sin instalar software. cada uno está orientado a necesidades diferentes: aprendizaje, desarrollo web, trabajo en equipo o proyectos profesionales</a:t>
            </a:r>
            <a:r>
              <a:rPr lang="es-ES" dirty="0">
                <a:latin typeface="Agency FB" panose="020B0503020202020204" pitchFamily="34" charset="0"/>
              </a:rPr>
              <a:t>.</a:t>
            </a:r>
            <a:endParaRPr lang="es-ES" dirty="0"/>
          </a:p>
          <a:p>
            <a:pPr marL="457200" lvl="1" indent="0" rtl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58FB4751-880F-D840-AAA9-3A15815CC996}" type="slidenum">
              <a:rPr lang="es-ES" smtClean="0"/>
              <a:pPr rtl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512" y="653142"/>
            <a:ext cx="10360152" cy="653143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ES" dirty="0"/>
              <a:t>IDES LIBRES  Y PROPIETARIOS</a:t>
            </a:r>
          </a:p>
        </p:txBody>
      </p:sp>
      <p:pic>
        <p:nvPicPr>
          <p:cNvPr id="7" name="Imagen 6" descr="Describe the Use of Eclipse Ide">
            <a:extLst>
              <a:ext uri="{FF2B5EF4-FFF2-40B4-BE49-F238E27FC236}">
                <a16:creationId xmlns:a16="http://schemas.microsoft.com/office/drawing/2014/main" id="{601A0FA9-2BF6-F0B6-1CFD-4F50DF5043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54" r="2" b="2"/>
          <a:stretch>
            <a:fillRect/>
          </a:stretch>
        </p:blipFill>
        <p:spPr>
          <a:xfrm>
            <a:off x="6126265" y="2527213"/>
            <a:ext cx="5227535" cy="2888901"/>
          </a:xfrm>
          <a:prstGeom prst="rect">
            <a:avLst/>
          </a:prstGeom>
          <a:noFill/>
        </p:spPr>
      </p:pic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9119A094-7D87-B476-1F5A-198AE39A0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58FB4751-880F-D840-AAA9-3A15815CC996}" type="slidenum">
              <a:rPr lang="es-ES" smtClean="0"/>
              <a:pPr rtl="0">
                <a:spcAft>
                  <a:spcPts val="600"/>
                </a:spcAft>
              </a:pPr>
              <a:t>4</a:t>
            </a:fld>
            <a:endParaRPr lang="es-ES"/>
          </a:p>
        </p:txBody>
      </p:sp>
      <p:pic>
        <p:nvPicPr>
          <p:cNvPr id="9" name="Imagen 8" descr="Install Visual Studio Code for Python development">
            <a:extLst>
              <a:ext uri="{FF2B5EF4-FFF2-40B4-BE49-F238E27FC236}">
                <a16:creationId xmlns:a16="http://schemas.microsoft.com/office/drawing/2014/main" id="{84FF615E-E7E4-E83D-4D26-AC4C66E3A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75" y="2633400"/>
            <a:ext cx="47625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D3F53A55-1F2B-EB7F-3E43-C43170D7798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0550702"/>
              </p:ext>
            </p:extLst>
          </p:nvPr>
        </p:nvGraphicFramePr>
        <p:xfrm>
          <a:off x="499349" y="1399729"/>
          <a:ext cx="10733510" cy="479134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1406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341898">
                  <a:extLst>
                    <a:ext uri="{9D8B030D-6E8A-4147-A177-3AD203B41FA5}">
                      <a16:colId xmlns:a16="http://schemas.microsoft.com/office/drawing/2014/main" val="3045686051"/>
                    </a:ext>
                  </a:extLst>
                </a:gridCol>
                <a:gridCol w="1687390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5282816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</a:tblGrid>
              <a:tr h="342537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b="0" noProof="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LENGUAJE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600" b="0" noProof="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IDE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b="0" noProof="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b="0" noProof="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DESCRIPCIÓN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591654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NetBeans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Libre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IDE de código abierto orientado principalmente al desarrollo en Java.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591654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Eclipse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Libre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IDE muy popular para Java con gran cantidad de complementos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591654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 err="1">
                          <a:latin typeface="Aptos" panose="020B0004020202020204" pitchFamily="34" charset="0"/>
                        </a:rPr>
                        <a:t>Intellij</a:t>
                      </a:r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 DEA </a:t>
                      </a:r>
                      <a:r>
                        <a:rPr lang="es-ES" sz="1600" b="0" noProof="0" dirty="0" err="1">
                          <a:latin typeface="Aptos" panose="020B0004020202020204" pitchFamily="34" charset="0"/>
                        </a:rPr>
                        <a:t>Community</a:t>
                      </a:r>
                      <a:endParaRPr lang="es-ES" sz="1600" b="0" noProof="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Propietario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Versión de pago con herramientas avanzadas para desarrollo profesional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591654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 err="1">
                          <a:latin typeface="Aptos" panose="020B0004020202020204" pitchFamily="34" charset="0"/>
                        </a:rPr>
                        <a:t>JDeveloper</a:t>
                      </a:r>
                      <a:endParaRPr lang="es-ES" sz="1600" b="0" noProof="0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Propietario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IDE desarrollo por Oracle para aplicaciones empresariales 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194648"/>
                  </a:ext>
                </a:extLst>
              </a:tr>
              <a:tr h="591654"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JAVA 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Visual Studio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Libre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Editor/IDE gratuito y de código abierto muy utilizado para Java 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702962"/>
                  </a:ext>
                </a:extLst>
              </a:tr>
              <a:tr h="366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JAVA 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Eclipse Theia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Libre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Plataforma de desarrollo basadas en tecnologías web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650473"/>
                  </a:ext>
                </a:extLst>
              </a:tr>
              <a:tr h="591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JAVA 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Web Storm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Propietario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IDE profesional de </a:t>
                      </a:r>
                      <a:r>
                        <a:rPr lang="es-ES" sz="1600" b="0" noProof="0" dirty="0" err="1">
                          <a:latin typeface="Aptos" panose="020B0004020202020204" pitchFamily="34" charset="0"/>
                        </a:rPr>
                        <a:t>JetBrains</a:t>
                      </a:r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 especializado en Java Script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486798"/>
                  </a:ext>
                </a:extLst>
              </a:tr>
              <a:tr h="53280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JAVA 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Adobe Dreamweaver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Propietario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rtl="0"/>
                      <a:r>
                        <a:rPr lang="es-ES" sz="1600" b="0" noProof="0" dirty="0">
                          <a:latin typeface="Aptos" panose="020B0004020202020204" pitchFamily="34" charset="0"/>
                        </a:rPr>
                        <a:t>Herramienta enfocada al desarrollo web visual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58FB4751-880F-D840-AAA9-3A15815CC996}" type="slidenum">
              <a:rPr lang="es-ES" smtClean="0"/>
              <a:pPr rtl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641" y="367018"/>
            <a:ext cx="7029975" cy="572549"/>
          </a:xfrm>
        </p:spPr>
        <p:txBody>
          <a:bodyPr rtlCol="0" anchor="ctr">
            <a:normAutofit fontScale="900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Ventajas y Desventajas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5849" y="1702965"/>
            <a:ext cx="5214513" cy="3452070"/>
          </a:xfrm>
        </p:spPr>
        <p:txBody>
          <a:bodyPr rtlCol="0" anchor="ctr">
            <a:normAutofit lnSpcReduction="10000"/>
          </a:bodyPr>
          <a:lstStyle>
            <a:defPPr>
              <a:defRPr lang="es-ES"/>
            </a:defPPr>
          </a:lstStyle>
          <a:p>
            <a:pPr fontAlgn="t"/>
            <a:r>
              <a:rPr lang="es-ES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Consumo de recursos</a:t>
            </a:r>
            <a:endParaRPr lang="es-ES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Algunos </a:t>
            </a:r>
            <a:r>
              <a:rPr lang="es-ES" sz="12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IDEs</a:t>
            </a: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requieren mucha memoria RAM y procesador.</a:t>
            </a:r>
          </a:p>
          <a:p>
            <a:pPr fontAlgn="t"/>
            <a:r>
              <a:rPr lang="es-ES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Curva de aprendizaje</a:t>
            </a:r>
            <a:endParaRPr lang="es-ES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Las numerosas opciones pueden resultar complejas para principiantes.</a:t>
            </a:r>
          </a:p>
          <a:p>
            <a:pPr fontAlgn="t"/>
            <a:r>
              <a:rPr lang="es-ES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Coste</a:t>
            </a:r>
            <a:endParaRPr lang="es-ES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Los </a:t>
            </a:r>
            <a:r>
              <a:rPr lang="es-ES" sz="12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IDEs</a:t>
            </a: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propietarios suelen requerir licencias de pago.</a:t>
            </a:r>
          </a:p>
          <a:p>
            <a:pPr fontAlgn="t"/>
            <a:r>
              <a:rPr lang="es-ES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Dependencia del IDE</a:t>
            </a:r>
            <a:endParaRPr lang="es-ES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Algunos desarrolladores se acostumbran demasiado a las ayudas automáticas.</a:t>
            </a:r>
          </a:p>
          <a:p>
            <a:pPr fontAlgn="t"/>
            <a:r>
              <a:rPr lang="es-ES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Actualizaciones frecuentes</a:t>
            </a:r>
            <a:endParaRPr lang="es-ES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Pueden generar incompatibilidades con </a:t>
            </a:r>
            <a:r>
              <a:rPr lang="es-ES" sz="12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plugins</a:t>
            </a: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 proyectos antiguos.</a:t>
            </a:r>
          </a:p>
        </p:txBody>
      </p:sp>
      <p:sp>
        <p:nvSpPr>
          <p:cNvPr id="3" name="Marcador de número de diapositiva 2" hidden="1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5879804"/>
            <a:ext cx="661416" cy="895899"/>
          </a:xfrm>
        </p:spPr>
        <p:txBody>
          <a:bodyPr rtlCol="0"/>
          <a:lstStyle>
            <a:defPPr>
              <a:defRPr lang="es-ES"/>
            </a:defPPr>
          </a:lstStyle>
          <a:p>
            <a:pPr rtl="0">
              <a:spcAft>
                <a:spcPts val="600"/>
              </a:spcAft>
            </a:pPr>
            <a:fld id="{58FB4751-880F-D840-AAA9-3A15815CC996}" type="slidenum">
              <a:rPr lang="es-ES" smtClean="0"/>
              <a:pPr rtl="0">
                <a:spcAft>
                  <a:spcPts val="600"/>
                </a:spcAft>
              </a:pPr>
              <a:t>6</a:t>
            </a:fld>
            <a:endParaRPr lang="es-ES"/>
          </a:p>
        </p:txBody>
      </p:sp>
      <p:sp>
        <p:nvSpPr>
          <p:cNvPr id="2" name="Marcador de contenido 7">
            <a:extLst>
              <a:ext uri="{FF2B5EF4-FFF2-40B4-BE49-F238E27FC236}">
                <a16:creationId xmlns:a16="http://schemas.microsoft.com/office/drawing/2014/main" id="{70359CE2-9DF4-A67B-1E58-54C07CF60B03}"/>
              </a:ext>
            </a:extLst>
          </p:cNvPr>
          <p:cNvSpPr txBox="1">
            <a:spLocks/>
          </p:cNvSpPr>
          <p:nvPr/>
        </p:nvSpPr>
        <p:spPr>
          <a:xfrm>
            <a:off x="194663" y="1846762"/>
            <a:ext cx="5214513" cy="37181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defRPr lang="es-ES" sz="20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s-ES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Mayor productividad</a:t>
            </a:r>
            <a:endParaRPr lang="es-ES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Ayudan a escribir código más rápido mediante autocompletado.</a:t>
            </a:r>
          </a:p>
          <a:p>
            <a:pPr fontAlgn="t"/>
            <a:r>
              <a:rPr lang="es-ES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Detección de errores</a:t>
            </a:r>
            <a:endParaRPr lang="es-ES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Identifican errores de sintaxis y problemas en tiempo real.</a:t>
            </a:r>
          </a:p>
          <a:p>
            <a:pPr fontAlgn="t"/>
            <a:r>
              <a:rPr lang="es-ES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Herramientas integradas</a:t>
            </a:r>
            <a:endParaRPr lang="es-ES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Incluyen depurador, compilador y gestión de proyectos.</a:t>
            </a:r>
          </a:p>
          <a:p>
            <a:pPr fontAlgn="t"/>
            <a:r>
              <a:rPr lang="es-ES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Facilitan el aprendizaje</a:t>
            </a:r>
            <a:endParaRPr lang="es-ES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Son más cómodos para principiantes que programar en un editor simple.</a:t>
            </a:r>
          </a:p>
          <a:p>
            <a:pPr fontAlgn="t"/>
            <a:r>
              <a:rPr lang="es-ES" sz="1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Extensiones y </a:t>
            </a:r>
            <a:r>
              <a:rPr lang="es-ES" sz="12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plugins</a:t>
            </a:r>
            <a:endParaRPr lang="es-ES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E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Permiten añadir nuevas funcionalidades según las necesidades</a:t>
            </a:r>
          </a:p>
        </p:txBody>
      </p:sp>
      <p:sp>
        <p:nvSpPr>
          <p:cNvPr id="5" name="Título 8">
            <a:extLst>
              <a:ext uri="{FF2B5EF4-FFF2-40B4-BE49-F238E27FC236}">
                <a16:creationId xmlns:a16="http://schemas.microsoft.com/office/drawing/2014/main" id="{478CA1C1-668F-096B-040D-DD1448403B67}"/>
              </a:ext>
            </a:extLst>
          </p:cNvPr>
          <p:cNvSpPr txBox="1">
            <a:spLocks/>
          </p:cNvSpPr>
          <p:nvPr/>
        </p:nvSpPr>
        <p:spPr>
          <a:xfrm>
            <a:off x="1037543" y="1133697"/>
            <a:ext cx="1481950" cy="3751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/>
              <a:t>Ventajas:</a:t>
            </a:r>
          </a:p>
        </p:txBody>
      </p:sp>
      <p:sp>
        <p:nvSpPr>
          <p:cNvPr id="7" name="Título 8">
            <a:extLst>
              <a:ext uri="{FF2B5EF4-FFF2-40B4-BE49-F238E27FC236}">
                <a16:creationId xmlns:a16="http://schemas.microsoft.com/office/drawing/2014/main" id="{CE571513-87F2-188B-1C51-F5D95C61455F}"/>
              </a:ext>
            </a:extLst>
          </p:cNvPr>
          <p:cNvSpPr txBox="1">
            <a:spLocks/>
          </p:cNvSpPr>
          <p:nvPr/>
        </p:nvSpPr>
        <p:spPr>
          <a:xfrm>
            <a:off x="7825903" y="1133697"/>
            <a:ext cx="1846604" cy="3751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/>
              <a:t>Desventajas: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589_TF11964407_Win32" id="{684B968C-5941-4CF6-952E-1B668906E207}" vid="{18059592-A625-4B68-8CFC-59A1ED36956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{39B9C717-6498-49A5-8259-B8158577F984}TF1ed9553b-00c4-4092-846a-c8f7f2908f3b3046b528_win32-7407bf6db682</Template>
  <TotalTime>103</TotalTime>
  <Words>594</Words>
  <Application>Microsoft Office PowerPoint</Application>
  <PresentationFormat>Panorámica</PresentationFormat>
  <Paragraphs>119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6" baseType="lpstr">
      <vt:lpstr>ADLaM Display</vt:lpstr>
      <vt:lpstr>Agency FB</vt:lpstr>
      <vt:lpstr>Algerian</vt:lpstr>
      <vt:lpstr>Aptos</vt:lpstr>
      <vt:lpstr>Arial</vt:lpstr>
      <vt:lpstr>Calibri</vt:lpstr>
      <vt:lpstr>Courier New</vt:lpstr>
      <vt:lpstr>Gill Sans Nova Light</vt:lpstr>
      <vt:lpstr>Sagona Book</vt:lpstr>
      <vt:lpstr>Personalizar</vt:lpstr>
      <vt:lpstr>IDES ONLINE </vt:lpstr>
      <vt:lpstr>Presentación de PowerPoint</vt:lpstr>
      <vt:lpstr>Funcionan los IDE en la nube. </vt:lpstr>
      <vt:lpstr>IDES LIBRES  Y PROPIETARIOS</vt:lpstr>
      <vt:lpstr>Presentación de PowerPoint</vt:lpstr>
      <vt:lpstr>Ventajas y Desventajas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Kiara Kristell Cruz De la Cruz</dc:creator>
  <cp:lastModifiedBy>Kiara Kristell Cruz De la Cruz</cp:lastModifiedBy>
  <cp:revision>1</cp:revision>
  <dcterms:created xsi:type="dcterms:W3CDTF">2026-10-20T08:17:01Z</dcterms:created>
  <dcterms:modified xsi:type="dcterms:W3CDTF">2026-10-21T18:13:26Z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